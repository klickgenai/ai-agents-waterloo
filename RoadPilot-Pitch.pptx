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FFCC">
              <a:alpha val="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FC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9144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920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RoadPilot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914400" y="2926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 dispatcher, so you can focus on the road.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3200400" y="4206240"/>
            <a:ext cx="2743200" cy="36576"/>
          </a:xfrm>
          <a:prstGeom prst="rect">
            <a:avLst/>
          </a:prstGeom>
          <a:solidFill>
            <a:srgbClr val="00FFCC">
              <a:alpha val="4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4434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Pitch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Truckers are dispatchers
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happen to drive.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loads, negotiating rates, tracking HOS, locating fuel &amp; parking — it's all manual, fragmented, and dangerously distracting.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2560320" cy="1737360"/>
          </a:xfrm>
          <a:prstGeom prst="rect">
            <a:avLst/>
          </a:prstGeom>
          <a:solidFill>
            <a:srgbClr val="0C1429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2461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657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$15K–30K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822960" y="4069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revenue / year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4297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dispatch instead of driving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29000" y="3017520"/>
            <a:ext cx="2560320" cy="1737360"/>
          </a:xfrm>
          <a:prstGeom prst="rect">
            <a:avLst/>
          </a:prstGeom>
          <a:solidFill>
            <a:srgbClr val="0C1429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32461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3657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2–3 hrs</a:t>
            </a:r>
            <a:endParaRPr lang="en-US" sz="2800" dirty="0"/>
          </a:p>
        </p:txBody>
      </p:sp>
      <p:sp>
        <p:nvSpPr>
          <p:cNvPr id="13" name="Text 9"/>
          <p:cNvSpPr/>
          <p:nvPr/>
        </p:nvSpPr>
        <p:spPr>
          <a:xfrm>
            <a:off x="3611880" y="4069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daily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611880" y="4297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calls &amp; load boards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17920" y="3017520"/>
            <a:ext cx="2560320" cy="1737360"/>
          </a:xfrm>
          <a:prstGeom prst="rect">
            <a:avLst/>
          </a:prstGeom>
          <a:solidFill>
            <a:srgbClr val="0C1429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32461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3657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15–20%</a:t>
            </a:r>
            <a:endParaRPr lang="en-US" sz="2800" dirty="0"/>
          </a:p>
        </p:txBody>
      </p:sp>
      <p:sp>
        <p:nvSpPr>
          <p:cNvPr id="18" name="Text 13"/>
          <p:cNvSpPr/>
          <p:nvPr/>
        </p:nvSpPr>
        <p:spPr>
          <a:xfrm>
            <a:off x="6400800" y="4069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gap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400800" y="4297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Brokers lowball distracted drivers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Meet </a:t>
            </a:r>
            <a:pPr indent="0" marL="0">
              <a:buNone/>
            </a:pPr>
            <a:r>
              <a:rPr lang="en-US" sz="4200" b="1" dirty="0">
                <a:solidFill>
                  <a:srgbClr val="00FF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Tasha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dispatch assistant — a co-pilot that drivers talk to, hands-free.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97280" y="2377440"/>
            <a:ext cx="6949440" cy="2286000"/>
          </a:xfrm>
          <a:prstGeom prst="rect">
            <a:avLst/>
          </a:prstGeom>
          <a:solidFill>
            <a:srgbClr val="0C1429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2377440"/>
            <a:ext cx="54864" cy="2286000"/>
          </a:xfrm>
          <a:prstGeom prst="rect">
            <a:avLst/>
          </a:prstGeom>
          <a:solidFill>
            <a:srgbClr val="00FFC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65176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74520" y="2651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874520" y="2926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"Find me a load from Toronto to Chicago, at least $3/mile."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417320" y="3520440"/>
            <a:ext cx="6309360" cy="0"/>
          </a:xfrm>
          <a:prstGeom prst="line">
            <a:avLst/>
          </a:prstGeom>
          <a:noFill/>
          <a:ln w="3810">
            <a:solidFill>
              <a:srgbClr val="5A6B7D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370332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74520" y="3703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TASHA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874520" y="39776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"Found 3 loads. Best match: 44K lbs dry van, $3.42/mile, pickup tomorrow 6 AM. Want me to call the broker?"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superpowers.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749040" cy="1463040"/>
          </a:xfrm>
          <a:prstGeom prst="rect">
            <a:avLst/>
          </a:prstGeom>
          <a:solidFill>
            <a:srgbClr val="0C1429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116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965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Voice-First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508760" y="2377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just talk. Tasha searches load boards, finds matches, reads them back.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54880" y="1737360"/>
            <a:ext cx="3749040" cy="1463040"/>
          </a:xfrm>
          <a:prstGeom prst="rect">
            <a:avLst/>
          </a:prstGeom>
          <a:solidFill>
            <a:srgbClr val="0C1429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01168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23560" y="1965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Broker Negotiation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5623560" y="2377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Tasha calls brokers and negotiates rates — real-time, actual voice calls.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3429000"/>
            <a:ext cx="3749040" cy="1463040"/>
          </a:xfrm>
          <a:prstGeom prst="rect">
            <a:avLst/>
          </a:prstGeom>
          <a:solidFill>
            <a:srgbClr val="0C1429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70332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3657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All-in-One Dashboard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508760" y="40690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HOS, fuel, parking, trip tracking, invoicing. One screen, zero alt-tabbing.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754880" y="3429000"/>
            <a:ext cx="3749040" cy="1463040"/>
          </a:xfrm>
          <a:prstGeom prst="rect">
            <a:avLst/>
          </a:prstGeom>
          <a:solidFill>
            <a:srgbClr val="0C1429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70332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623560" y="3657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Always Learning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5623560" y="40690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conversation makes Tasha smarter about lanes, rates, and schedule.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forces </a:t>
            </a:r>
            <a:pPr indent="0" marL="0">
              <a:buNone/>
            </a:pPr>
            <a:r>
              <a:rPr lang="en-US" sz="40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converging.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product was impossible 2 years ago. Now the tech stack exists.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7863840" cy="822960"/>
          </a:xfrm>
          <a:prstGeom prst="rect">
            <a:avLst/>
          </a:prstGeom>
          <a:solidFill>
            <a:srgbClr val="0C1429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487168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35915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LLMs can negotiate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554480" y="2697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handles nuanced, multi-turn broker conversations with the right tone and strategy.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3246120"/>
            <a:ext cx="7863840" cy="822960"/>
          </a:xfrm>
          <a:prstGeom prst="rect">
            <a:avLst/>
          </a:prstGeom>
          <a:solidFill>
            <a:srgbClr val="0C1429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447288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331927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Voice AI hit the threshold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554480" y="36576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STT + TTS latency is now low enough that conversations feel natural.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4206240"/>
            <a:ext cx="7863840" cy="822960"/>
          </a:xfrm>
          <a:prstGeom prst="rect">
            <a:avLst/>
          </a:prstGeom>
          <a:solidFill>
            <a:srgbClr val="0C1429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407408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54480" y="42793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Massive underserved market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1554480" y="4617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3.5M truck drivers in North America, 90% of freight by truck, zero AI penetration.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industry stuck in the </a:t>
            </a:r>
            <a:pPr indent="0" marL="0">
              <a:buNone/>
            </a:pPr>
            <a:r>
              <a:rPr lang="en-US" sz="40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flip-phone era.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560320" cy="2560320"/>
          </a:xfrm>
          <a:prstGeom prst="rect">
            <a:avLst/>
          </a:prstGeom>
          <a:solidFill>
            <a:srgbClr val="0C1429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3774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FF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3.5M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 drivers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North America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0" y="2011680"/>
            <a:ext cx="2560320" cy="2560320"/>
          </a:xfrm>
          <a:prstGeom prst="rect">
            <a:avLst/>
          </a:prstGeom>
          <a:solidFill>
            <a:srgbClr val="0C1429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23774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FF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90%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474720" y="3291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freight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74720" y="3657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by truck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2011680"/>
            <a:ext cx="2560320" cy="2560320"/>
          </a:xfrm>
          <a:prstGeom prst="rect">
            <a:avLst/>
          </a:prstGeom>
          <a:solidFill>
            <a:srgbClr val="0C1429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23774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309360" y="3291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3657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dispatch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FC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45720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</a:t>
            </a:r>
            <a:pPr algn="ctr" indent="0" marL="0">
              <a:buNone/>
            </a:pPr>
            <a:r>
              <a:rPr lang="en-US" sz="44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1371600" y="19659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funding to expand from demo to production.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2103120" y="2743200"/>
            <a:ext cx="4937760" cy="457200"/>
          </a:xfrm>
          <a:prstGeom prst="rect">
            <a:avLst/>
          </a:prstGeom>
          <a:solidFill>
            <a:srgbClr val="0C1429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816352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743200" y="27432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load board integrations (DAT, Truckstop)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2103120" y="3337560"/>
            <a:ext cx="4937760" cy="457200"/>
          </a:xfrm>
          <a:prstGeom prst="rect">
            <a:avLst/>
          </a:prstGeom>
          <a:solidFill>
            <a:srgbClr val="0C1429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3410712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743200" y="3337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 hardware partnerships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2103120" y="3931920"/>
            <a:ext cx="4937760" cy="457200"/>
          </a:xfrm>
          <a:prstGeom prst="rect">
            <a:avLst/>
          </a:prstGeom>
          <a:solidFill>
            <a:srgbClr val="0C1429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4005072"/>
            <a:ext cx="320040" cy="3200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743200" y="39319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Multi-driver support &amp; fleet expansion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1828800" y="4572000"/>
            <a:ext cx="5486400" cy="0"/>
          </a:xfrm>
          <a:prstGeom prst="line">
            <a:avLst/>
          </a:prstGeom>
          <a:noFill/>
          <a:ln w="3810">
            <a:solidFill>
              <a:srgbClr val="5A6B7D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RoadPilot</a:t>
            </a:r>
            <a:pPr algn="ctr"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Your AI dispatcher, so you can focus on the road.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RoadPilot — AI Dispatch for Truckers</dc:title>
  <dc:subject>PptxGenJS Presentation</dc:subject>
  <dc:creator>RoadPilot</dc:creator>
  <cp:lastModifiedBy>RoadPilot</cp:lastModifiedBy>
  <cp:revision>1</cp:revision>
  <dcterms:created xsi:type="dcterms:W3CDTF">2026-02-15T15:07:35Z</dcterms:created>
  <dcterms:modified xsi:type="dcterms:W3CDTF">2026-02-15T15:07:35Z</dcterms:modified>
</cp:coreProperties>
</file>